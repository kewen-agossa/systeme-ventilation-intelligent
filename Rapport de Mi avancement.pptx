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sldIdLst>
    <p:sldId id="256" r:id="rId2"/>
    <p:sldId id="280" r:id="rId3"/>
    <p:sldId id="281" r:id="rId4"/>
    <p:sldId id="259" r:id="rId5"/>
    <p:sldId id="282" r:id="rId6"/>
    <p:sldId id="261" r:id="rId7"/>
    <p:sldId id="262" r:id="rId8"/>
    <p:sldId id="276" r:id="rId9"/>
    <p:sldId id="263" r:id="rId10"/>
    <p:sldId id="275" r:id="rId11"/>
  </p:sldIdLst>
  <p:sldSz cx="9144000" cy="6858000" type="screen4x3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OSSA Kewen" userId="S::kewen.agossa@reseau.eseo.fr::9e1d458d-f1eb-41b0-a6fa-5b4276e17ec7" providerId="AD" clId="Web-{3D47FF35-672F-0EC7-DAFB-D09FBFB3E996}"/>
    <pc:docChg chg="mod modSld addMainMaster delMainMaster">
      <pc:chgData name="AGOSSA Kewen" userId="S::kewen.agossa@reseau.eseo.fr::9e1d458d-f1eb-41b0-a6fa-5b4276e17ec7" providerId="AD" clId="Web-{3D47FF35-672F-0EC7-DAFB-D09FBFB3E996}" dt="2025-11-20T07:45:46.498" v="3"/>
      <pc:docMkLst>
        <pc:docMk/>
      </pc:docMkLst>
      <pc:sldChg chg="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0" sldId="256"/>
        </pc:sldMkLst>
      </pc:sldChg>
      <pc:sldChg chg="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0" sldId="259"/>
        </pc:sldMkLst>
      </pc:sldChg>
      <pc:sldChg chg="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0" sldId="261"/>
        </pc:sldMkLst>
      </pc:sldChg>
      <pc:sldChg chg="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0" sldId="262"/>
        </pc:sldMkLst>
      </pc:sldChg>
      <pc:sldChg chg="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0" sldId="263"/>
        </pc:sldMkLst>
      </pc:sldChg>
      <pc:sldChg chg="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0" sldId="275"/>
        </pc:sldMkLst>
      </pc:sldChg>
      <pc:sldChg chg="modSp 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3229937918" sldId="276"/>
        </pc:sldMkLst>
        <pc:spChg chg="mod ord">
          <ac:chgData name="AGOSSA Kewen" userId="S::kewen.agossa@reseau.eseo.fr::9e1d458d-f1eb-41b0-a6fa-5b4276e17ec7" providerId="AD" clId="Web-{3D47FF35-672F-0EC7-DAFB-D09FBFB3E996}" dt="2025-11-20T07:45:46.498" v="3"/>
          <ac:spMkLst>
            <pc:docMk/>
            <pc:sldMk cId="3229937918" sldId="276"/>
            <ac:spMk id="2" creationId="{86FBE7EF-2DF6-229B-1F56-4FCF7877C51F}"/>
          </ac:spMkLst>
        </pc:spChg>
      </pc:sldChg>
      <pc:sldChg chg="modSp 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1184347880" sldId="280"/>
        </pc:sldMkLst>
        <pc:spChg chg="mod ord">
          <ac:chgData name="AGOSSA Kewen" userId="S::kewen.agossa@reseau.eseo.fr::9e1d458d-f1eb-41b0-a6fa-5b4276e17ec7" providerId="AD" clId="Web-{3D47FF35-672F-0EC7-DAFB-D09FBFB3E996}" dt="2025-11-20T07:45:46.498" v="3"/>
          <ac:spMkLst>
            <pc:docMk/>
            <pc:sldMk cId="1184347880" sldId="280"/>
            <ac:spMk id="2" creationId="{25F0F477-3988-C86C-AF8F-A2C77B6DBAA6}"/>
          </ac:spMkLst>
        </pc:spChg>
        <pc:spChg chg="mod">
          <ac:chgData name="AGOSSA Kewen" userId="S::kewen.agossa@reseau.eseo.fr::9e1d458d-f1eb-41b0-a6fa-5b4276e17ec7" providerId="AD" clId="Web-{3D47FF35-672F-0EC7-DAFB-D09FBFB3E996}" dt="2025-11-20T07:45:46.498" v="3"/>
          <ac:spMkLst>
            <pc:docMk/>
            <pc:sldMk cId="1184347880" sldId="280"/>
            <ac:spMk id="3" creationId="{F5777B00-930A-A515-75F5-BCF481931318}"/>
          </ac:spMkLst>
        </pc:spChg>
        <pc:spChg chg="mod">
          <ac:chgData name="AGOSSA Kewen" userId="S::kewen.agossa@reseau.eseo.fr::9e1d458d-f1eb-41b0-a6fa-5b4276e17ec7" providerId="AD" clId="Web-{3D47FF35-672F-0EC7-DAFB-D09FBFB3E996}" dt="2025-11-20T07:45:46.498" v="3"/>
          <ac:spMkLst>
            <pc:docMk/>
            <pc:sldMk cId="1184347880" sldId="280"/>
            <ac:spMk id="4" creationId="{704275E5-0932-7A32-A3B1-F8B618CC3B00}"/>
          </ac:spMkLst>
        </pc:spChg>
      </pc:sldChg>
      <pc:sldChg chg="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2786704760" sldId="281"/>
        </pc:sldMkLst>
      </pc:sldChg>
      <pc:sldChg chg="modSp mod modClrScheme chgLayout">
        <pc:chgData name="AGOSSA Kewen" userId="S::kewen.agossa@reseau.eseo.fr::9e1d458d-f1eb-41b0-a6fa-5b4276e17ec7" providerId="AD" clId="Web-{3D47FF35-672F-0EC7-DAFB-D09FBFB3E996}" dt="2025-11-20T07:45:46.498" v="3"/>
        <pc:sldMkLst>
          <pc:docMk/>
          <pc:sldMk cId="1809652086" sldId="282"/>
        </pc:sldMkLst>
        <pc:spChg chg="mod ord">
          <ac:chgData name="AGOSSA Kewen" userId="S::kewen.agossa@reseau.eseo.fr::9e1d458d-f1eb-41b0-a6fa-5b4276e17ec7" providerId="AD" clId="Web-{3D47FF35-672F-0EC7-DAFB-D09FBFB3E996}" dt="2025-11-20T07:45:46.498" v="3"/>
          <ac:spMkLst>
            <pc:docMk/>
            <pc:sldMk cId="1809652086" sldId="282"/>
            <ac:spMk id="2" creationId="{0891A878-F82F-627C-AEC4-002AA87BF072}"/>
          </ac:spMkLst>
        </pc:spChg>
      </pc:sldChg>
      <pc:sldMasterChg chg="add del addSldLayout delSldLayout">
        <pc:chgData name="AGOSSA Kewen" userId="S::kewen.agossa@reseau.eseo.fr::9e1d458d-f1eb-41b0-a6fa-5b4276e17ec7" providerId="AD" clId="Web-{3D47FF35-672F-0EC7-DAFB-D09FBFB3E996}" dt="2025-11-20T07:45:46.498" v="3"/>
        <pc:sldMasterMkLst>
          <pc:docMk/>
          <pc:sldMasterMk cId="0" sldId="2147483674"/>
        </pc:sldMasterMkLst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75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76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77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78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79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80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81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82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83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84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85"/>
          </pc:sldLayoutMkLst>
        </pc:sldLayoutChg>
        <pc:sldLayoutChg chg="add del">
          <pc:chgData name="AGOSSA Kewen" userId="S::kewen.agossa@reseau.eseo.fr::9e1d458d-f1eb-41b0-a6fa-5b4276e17ec7" providerId="AD" clId="Web-{3D47FF35-672F-0EC7-DAFB-D09FBFB3E996}" dt="2025-11-20T07:45:46.498" v="3"/>
          <pc:sldLayoutMkLst>
            <pc:docMk/>
            <pc:sldMasterMk cId="0" sldId="2147483674"/>
            <pc:sldLayoutMk cId="0" sldId="2147483686"/>
          </pc:sldLayoutMkLst>
        </pc:sldLayoutChg>
      </pc:sldMasterChg>
    </pc:docChg>
  </pc:docChgLst>
  <pc:docChgLst>
    <pc:chgData name="AGOSSA Kewen" userId="S::kewen.agossa@reseau.eseo.fr::9e1d458d-f1eb-41b0-a6fa-5b4276e17ec7" providerId="AD" clId="Web-{7FF3F2D5-67D9-CE5A-ACC1-1D256577069D}"/>
    <pc:docChg chg="modSld modMainMaster">
      <pc:chgData name="AGOSSA Kewen" userId="S::kewen.agossa@reseau.eseo.fr::9e1d458d-f1eb-41b0-a6fa-5b4276e17ec7" providerId="AD" clId="Web-{7FF3F2D5-67D9-CE5A-ACC1-1D256577069D}" dt="2025-11-21T14:47:54.566" v="139" actId="20577"/>
      <pc:docMkLst>
        <pc:docMk/>
      </pc:docMkLst>
      <pc:sldChg chg="modSp mod setBg">
        <pc:chgData name="AGOSSA Kewen" userId="S::kewen.agossa@reseau.eseo.fr::9e1d458d-f1eb-41b0-a6fa-5b4276e17ec7" providerId="AD" clId="Web-{7FF3F2D5-67D9-CE5A-ACC1-1D256577069D}" dt="2025-11-21T14:46:58.813" v="135" actId="20577"/>
        <pc:sldMkLst>
          <pc:docMk/>
          <pc:sldMk cId="0" sldId="256"/>
        </pc:sldMkLst>
        <pc:spChg chg="mod">
          <ac:chgData name="AGOSSA Kewen" userId="S::kewen.agossa@reseau.eseo.fr::9e1d458d-f1eb-41b0-a6fa-5b4276e17ec7" providerId="AD" clId="Web-{7FF3F2D5-67D9-CE5A-ACC1-1D256577069D}" dt="2025-11-21T14:46:58.813" v="135" actId="20577"/>
          <ac:spMkLst>
            <pc:docMk/>
            <pc:sldMk cId="0" sldId="256"/>
            <ac:spMk id="128" creationId="{00000000-0000-0000-0000-000000000000}"/>
          </ac:spMkLst>
        </pc:spChg>
      </pc:sldChg>
      <pc:sldChg chg="modSp mod">
        <pc:chgData name="AGOSSA Kewen" userId="S::kewen.agossa@reseau.eseo.fr::9e1d458d-f1eb-41b0-a6fa-5b4276e17ec7" providerId="AD" clId="Web-{7FF3F2D5-67D9-CE5A-ACC1-1D256577069D}" dt="2025-11-21T14:47:30.784" v="136" actId="20577"/>
        <pc:sldMkLst>
          <pc:docMk/>
          <pc:sldMk cId="0" sldId="259"/>
        </pc:sldMkLst>
        <pc:spChg chg="mod">
          <ac:chgData name="AGOSSA Kewen" userId="S::kewen.agossa@reseau.eseo.fr::9e1d458d-f1eb-41b0-a6fa-5b4276e17ec7" providerId="AD" clId="Web-{7FF3F2D5-67D9-CE5A-ACC1-1D256577069D}" dt="2025-11-21T14:47:30.784" v="136" actId="20577"/>
          <ac:spMkLst>
            <pc:docMk/>
            <pc:sldMk cId="0" sldId="259"/>
            <ac:spMk id="139" creationId="{00000000-0000-0000-0000-000000000000}"/>
          </ac:spMkLst>
        </pc:spChg>
      </pc:sldChg>
      <pc:sldChg chg="modSp mod">
        <pc:chgData name="AGOSSA Kewen" userId="S::kewen.agossa@reseau.eseo.fr::9e1d458d-f1eb-41b0-a6fa-5b4276e17ec7" providerId="AD" clId="Web-{7FF3F2D5-67D9-CE5A-ACC1-1D256577069D}" dt="2025-11-21T14:47:35.863" v="137" actId="20577"/>
        <pc:sldMkLst>
          <pc:docMk/>
          <pc:sldMk cId="0" sldId="261"/>
        </pc:sldMkLst>
        <pc:spChg chg="mod">
          <ac:chgData name="AGOSSA Kewen" userId="S::kewen.agossa@reseau.eseo.fr::9e1d458d-f1eb-41b0-a6fa-5b4276e17ec7" providerId="AD" clId="Web-{7FF3F2D5-67D9-CE5A-ACC1-1D256577069D}" dt="2025-11-21T14:47:35.863" v="137" actId="20577"/>
          <ac:spMkLst>
            <pc:docMk/>
            <pc:sldMk cId="0" sldId="261"/>
            <ac:spMk id="149" creationId="{00000000-0000-0000-0000-000000000000}"/>
          </ac:spMkLst>
        </pc:spChg>
      </pc:sldChg>
      <pc:sldChg chg="modSp mod">
        <pc:chgData name="AGOSSA Kewen" userId="S::kewen.agossa@reseau.eseo.fr::9e1d458d-f1eb-41b0-a6fa-5b4276e17ec7" providerId="AD" clId="Web-{7FF3F2D5-67D9-CE5A-ACC1-1D256577069D}" dt="2025-11-21T14:47:46.535" v="138" actId="20577"/>
        <pc:sldMkLst>
          <pc:docMk/>
          <pc:sldMk cId="0" sldId="262"/>
        </pc:sldMkLst>
        <pc:spChg chg="mod">
          <ac:chgData name="AGOSSA Kewen" userId="S::kewen.agossa@reseau.eseo.fr::9e1d458d-f1eb-41b0-a6fa-5b4276e17ec7" providerId="AD" clId="Web-{7FF3F2D5-67D9-CE5A-ACC1-1D256577069D}" dt="2025-11-21T14:47:46.535" v="138" actId="20577"/>
          <ac:spMkLst>
            <pc:docMk/>
            <pc:sldMk cId="0" sldId="262"/>
            <ac:spMk id="154" creationId="{00000000-0000-0000-0000-000000000000}"/>
          </ac:spMkLst>
        </pc:spChg>
      </pc:sldChg>
      <pc:sldChg chg="modSp mod">
        <pc:chgData name="AGOSSA Kewen" userId="S::kewen.agossa@reseau.eseo.fr::9e1d458d-f1eb-41b0-a6fa-5b4276e17ec7" providerId="AD" clId="Web-{7FF3F2D5-67D9-CE5A-ACC1-1D256577069D}" dt="2025-11-21T14:47:54.566" v="139" actId="20577"/>
        <pc:sldMkLst>
          <pc:docMk/>
          <pc:sldMk cId="0" sldId="263"/>
        </pc:sldMkLst>
        <pc:spChg chg="mod">
          <ac:chgData name="AGOSSA Kewen" userId="S::kewen.agossa@reseau.eseo.fr::9e1d458d-f1eb-41b0-a6fa-5b4276e17ec7" providerId="AD" clId="Web-{7FF3F2D5-67D9-CE5A-ACC1-1D256577069D}" dt="2025-11-21T14:24:46.246" v="51" actId="20577"/>
          <ac:spMkLst>
            <pc:docMk/>
            <pc:sldMk cId="0" sldId="263"/>
            <ac:spMk id="3" creationId="{F5022594-0A54-BA63-5A75-4CABEE9218A2}"/>
          </ac:spMkLst>
        </pc:spChg>
        <pc:spChg chg="mod">
          <ac:chgData name="AGOSSA Kewen" userId="S::kewen.agossa@reseau.eseo.fr::9e1d458d-f1eb-41b0-a6fa-5b4276e17ec7" providerId="AD" clId="Web-{7FF3F2D5-67D9-CE5A-ACC1-1D256577069D}" dt="2025-11-21T14:47:54.566" v="139" actId="20577"/>
          <ac:spMkLst>
            <pc:docMk/>
            <pc:sldMk cId="0" sldId="263"/>
            <ac:spMk id="159" creationId="{00000000-0000-0000-0000-000000000000}"/>
          </ac:spMkLst>
        </pc:spChg>
      </pc:sldChg>
      <pc:sldChg chg="mod">
        <pc:chgData name="AGOSSA Kewen" userId="S::kewen.agossa@reseau.eseo.fr::9e1d458d-f1eb-41b0-a6fa-5b4276e17ec7" providerId="AD" clId="Web-{7FF3F2D5-67D9-CE5A-ACC1-1D256577069D}" dt="2025-11-21T14:43:46.095" v="92"/>
        <pc:sldMkLst>
          <pc:docMk/>
          <pc:sldMk cId="0" sldId="275"/>
        </pc:sldMkLst>
      </pc:sldChg>
      <pc:sldChg chg="mod">
        <pc:chgData name="AGOSSA Kewen" userId="S::kewen.agossa@reseau.eseo.fr::9e1d458d-f1eb-41b0-a6fa-5b4276e17ec7" providerId="AD" clId="Web-{7FF3F2D5-67D9-CE5A-ACC1-1D256577069D}" dt="2025-11-21T14:43:46.095" v="92"/>
        <pc:sldMkLst>
          <pc:docMk/>
          <pc:sldMk cId="3229937918" sldId="276"/>
        </pc:sldMkLst>
      </pc:sldChg>
      <pc:sldChg chg="mod">
        <pc:chgData name="AGOSSA Kewen" userId="S::kewen.agossa@reseau.eseo.fr::9e1d458d-f1eb-41b0-a6fa-5b4276e17ec7" providerId="AD" clId="Web-{7FF3F2D5-67D9-CE5A-ACC1-1D256577069D}" dt="2025-11-21T14:43:46.095" v="92"/>
        <pc:sldMkLst>
          <pc:docMk/>
          <pc:sldMk cId="1184347880" sldId="280"/>
        </pc:sldMkLst>
      </pc:sldChg>
      <pc:sldChg chg="delSp modSp mod">
        <pc:chgData name="AGOSSA Kewen" userId="S::kewen.agossa@reseau.eseo.fr::9e1d458d-f1eb-41b0-a6fa-5b4276e17ec7" providerId="AD" clId="Web-{7FF3F2D5-67D9-CE5A-ACC1-1D256577069D}" dt="2025-11-21T14:43:46.095" v="92"/>
        <pc:sldMkLst>
          <pc:docMk/>
          <pc:sldMk cId="2786704760" sldId="281"/>
        </pc:sldMkLst>
        <pc:spChg chg="mod">
          <ac:chgData name="AGOSSA Kewen" userId="S::kewen.agossa@reseau.eseo.fr::9e1d458d-f1eb-41b0-a6fa-5b4276e17ec7" providerId="AD" clId="Web-{7FF3F2D5-67D9-CE5A-ACC1-1D256577069D}" dt="2025-11-21T14:23:21.479" v="8" actId="1076"/>
          <ac:spMkLst>
            <pc:docMk/>
            <pc:sldMk cId="2786704760" sldId="281"/>
            <ac:spMk id="6" creationId="{B03BC637-7543-4BD0-5FF2-9C204A9D7EBE}"/>
          </ac:spMkLst>
        </pc:spChg>
        <pc:spChg chg="mod">
          <ac:chgData name="AGOSSA Kewen" userId="S::kewen.agossa@reseau.eseo.fr::9e1d458d-f1eb-41b0-a6fa-5b4276e17ec7" providerId="AD" clId="Web-{7FF3F2D5-67D9-CE5A-ACC1-1D256577069D}" dt="2025-11-21T14:23:21.479" v="9" actId="1076"/>
          <ac:spMkLst>
            <pc:docMk/>
            <pc:sldMk cId="2786704760" sldId="281"/>
            <ac:spMk id="7" creationId="{1D35C516-3E0C-197F-9D03-04AD766CB8D0}"/>
          </ac:spMkLst>
        </pc:spChg>
        <pc:spChg chg="mod">
          <ac:chgData name="AGOSSA Kewen" userId="S::kewen.agossa@reseau.eseo.fr::9e1d458d-f1eb-41b0-a6fa-5b4276e17ec7" providerId="AD" clId="Web-{7FF3F2D5-67D9-CE5A-ACC1-1D256577069D}" dt="2025-11-21T14:23:21.494" v="10" actId="1076"/>
          <ac:spMkLst>
            <pc:docMk/>
            <pc:sldMk cId="2786704760" sldId="281"/>
            <ac:spMk id="8" creationId="{A6FB0A85-3A76-10F9-D57A-15E2D100C37E}"/>
          </ac:spMkLst>
        </pc:spChg>
        <pc:picChg chg="mod">
          <ac:chgData name="AGOSSA Kewen" userId="S::kewen.agossa@reseau.eseo.fr::9e1d458d-f1eb-41b0-a6fa-5b4276e17ec7" providerId="AD" clId="Web-{7FF3F2D5-67D9-CE5A-ACC1-1D256577069D}" dt="2025-11-21T14:23:21.448" v="5" actId="1076"/>
          <ac:picMkLst>
            <pc:docMk/>
            <pc:sldMk cId="2786704760" sldId="281"/>
            <ac:picMk id="5130" creationId="{D0BB91D9-150A-FA18-8406-55BA2F93B4B9}"/>
          </ac:picMkLst>
        </pc:picChg>
        <pc:picChg chg="mod">
          <ac:chgData name="AGOSSA Kewen" userId="S::kewen.agossa@reseau.eseo.fr::9e1d458d-f1eb-41b0-a6fa-5b4276e17ec7" providerId="AD" clId="Web-{7FF3F2D5-67D9-CE5A-ACC1-1D256577069D}" dt="2025-11-21T14:23:21.463" v="6" actId="1076"/>
          <ac:picMkLst>
            <pc:docMk/>
            <pc:sldMk cId="2786704760" sldId="281"/>
            <ac:picMk id="5132" creationId="{FBC1650F-EEC9-6792-3F03-A0BFB6C5E3D2}"/>
          </ac:picMkLst>
        </pc:picChg>
        <pc:picChg chg="mod">
          <ac:chgData name="AGOSSA Kewen" userId="S::kewen.agossa@reseau.eseo.fr::9e1d458d-f1eb-41b0-a6fa-5b4276e17ec7" providerId="AD" clId="Web-{7FF3F2D5-67D9-CE5A-ACC1-1D256577069D}" dt="2025-11-21T14:23:21.463" v="7" actId="1076"/>
          <ac:picMkLst>
            <pc:docMk/>
            <pc:sldMk cId="2786704760" sldId="281"/>
            <ac:picMk id="5134" creationId="{A5636258-2C1F-5BAF-E1E3-1899E2743AF6}"/>
          </ac:picMkLst>
        </pc:picChg>
      </pc:sldChg>
      <pc:sldChg chg="addSp delSp modSp mod">
        <pc:chgData name="AGOSSA Kewen" userId="S::kewen.agossa@reseau.eseo.fr::9e1d458d-f1eb-41b0-a6fa-5b4276e17ec7" providerId="AD" clId="Web-{7FF3F2D5-67D9-CE5A-ACC1-1D256577069D}" dt="2025-11-21T14:43:46.095" v="92"/>
        <pc:sldMkLst>
          <pc:docMk/>
          <pc:sldMk cId="1809652086" sldId="282"/>
        </pc:sldMkLst>
        <pc:picChg chg="mod">
          <ac:chgData name="AGOSSA Kewen" userId="S::kewen.agossa@reseau.eseo.fr::9e1d458d-f1eb-41b0-a6fa-5b4276e17ec7" providerId="AD" clId="Web-{7FF3F2D5-67D9-CE5A-ACC1-1D256577069D}" dt="2025-11-21T14:25:08.402" v="52" actId="1076"/>
          <ac:picMkLst>
            <pc:docMk/>
            <pc:sldMk cId="1809652086" sldId="282"/>
            <ac:picMk id="5" creationId="{BEE634F4-143D-2B7A-C66D-6CCF04EC9B7F}"/>
          </ac:picMkLst>
        </pc:picChg>
        <pc:picChg chg="mod">
          <ac:chgData name="AGOSSA Kewen" userId="S::kewen.agossa@reseau.eseo.fr::9e1d458d-f1eb-41b0-a6fa-5b4276e17ec7" providerId="AD" clId="Web-{7FF3F2D5-67D9-CE5A-ACC1-1D256577069D}" dt="2025-11-21T14:31:56.384" v="75" actId="1076"/>
          <ac:picMkLst>
            <pc:docMk/>
            <pc:sldMk cId="1809652086" sldId="282"/>
            <ac:picMk id="23" creationId="{5C49E493-5FE8-1204-F614-51893559241B}"/>
          </ac:picMkLst>
        </pc:picChg>
        <pc:cxnChg chg="add mod">
          <ac:chgData name="AGOSSA Kewen" userId="S::kewen.agossa@reseau.eseo.fr::9e1d458d-f1eb-41b0-a6fa-5b4276e17ec7" providerId="AD" clId="Web-{7FF3F2D5-67D9-CE5A-ACC1-1D256577069D}" dt="2025-11-21T14:34:12.389" v="83"/>
          <ac:cxnSpMkLst>
            <pc:docMk/>
            <pc:sldMk cId="1809652086" sldId="282"/>
            <ac:cxnSpMk id="6" creationId="{10DD6D6C-87AE-D8E9-9972-505D1FD8CEC5}"/>
          </ac:cxnSpMkLst>
        </pc:cxnChg>
        <pc:cxnChg chg="mod">
          <ac:chgData name="AGOSSA Kewen" userId="S::kewen.agossa@reseau.eseo.fr::9e1d458d-f1eb-41b0-a6fa-5b4276e17ec7" providerId="AD" clId="Web-{7FF3F2D5-67D9-CE5A-ACC1-1D256577069D}" dt="2025-11-21T14:25:08.402" v="52" actId="1076"/>
          <ac:cxnSpMkLst>
            <pc:docMk/>
            <pc:sldMk cId="1809652086" sldId="282"/>
            <ac:cxnSpMk id="12" creationId="{727E201A-50F3-A927-B0D8-1068E85B3E8E}"/>
          </ac:cxnSpMkLst>
        </pc:cxnChg>
      </pc:sldChg>
      <pc:sldMasterChg chg="mod setBg modSldLayout">
        <pc:chgData name="AGOSSA Kewen" userId="S::kewen.agossa@reseau.eseo.fr::9e1d458d-f1eb-41b0-a6fa-5b4276e17ec7" providerId="AD" clId="Web-{7FF3F2D5-67D9-CE5A-ACC1-1D256577069D}" dt="2025-11-21T14:43:46.095" v="92"/>
        <pc:sldMasterMkLst>
          <pc:docMk/>
          <pc:sldMasterMk cId="0" sldId="2147483674"/>
        </pc:sldMasterMkLst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75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76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77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78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79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80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81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82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83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84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85"/>
          </pc:sldLayoutMkLst>
        </pc:sldLayoutChg>
        <pc:sldLayoutChg chg="mod">
          <pc:chgData name="AGOSSA Kewen" userId="S::kewen.agossa@reseau.eseo.fr::9e1d458d-f1eb-41b0-a6fa-5b4276e17ec7" providerId="AD" clId="Web-{7FF3F2D5-67D9-CE5A-ACC1-1D256577069D}" dt="2025-11-21T14:43:46.095" v="92"/>
          <pc:sldLayoutMkLst>
            <pc:docMk/>
            <pc:sldMasterMk cId="0" sldId="2147483674"/>
            <pc:sldLayoutMk cId="0" sldId="2147483686"/>
          </pc:sldLayoutMkLst>
        </pc:sldLayoutChg>
      </pc:sldMasterChg>
    </pc:docChg>
  </pc:docChgLst>
  <pc:docChgLst>
    <pc:chgData name="EDZANG MORO Olivier" userId="64861528-dfb4-4162-b2b9-5c19beee94c4" providerId="ADAL" clId="{9BEE7FD1-9C40-4270-BAD2-0DC8AB11DF69}"/>
    <pc:docChg chg="undo custSel modSld">
      <pc:chgData name="EDZANG MORO Olivier" userId="64861528-dfb4-4162-b2b9-5c19beee94c4" providerId="ADAL" clId="{9BEE7FD1-9C40-4270-BAD2-0DC8AB11DF69}" dt="2025-11-20T08:35:23.592" v="6" actId="20577"/>
      <pc:docMkLst>
        <pc:docMk/>
      </pc:docMkLst>
      <pc:sldChg chg="modSp mod">
        <pc:chgData name="EDZANG MORO Olivier" userId="64861528-dfb4-4162-b2b9-5c19beee94c4" providerId="ADAL" clId="{9BEE7FD1-9C40-4270-BAD2-0DC8AB11DF69}" dt="2025-11-20T08:35:23.592" v="6" actId="20577"/>
        <pc:sldMkLst>
          <pc:docMk/>
          <pc:sldMk cId="0" sldId="262"/>
        </pc:sldMkLst>
        <pc:spChg chg="mod">
          <ac:chgData name="EDZANG MORO Olivier" userId="64861528-dfb4-4162-b2b9-5c19beee94c4" providerId="ADAL" clId="{9BEE7FD1-9C40-4270-BAD2-0DC8AB11DF69}" dt="2025-11-20T08:35:23.592" v="6" actId="20577"/>
          <ac:spMkLst>
            <pc:docMk/>
            <pc:sldMk cId="0" sldId="262"/>
            <ac:spMk id="3" creationId="{87982704-E149-102F-DEAF-4369112F7C04}"/>
          </ac:spMkLst>
        </pc:spChg>
      </pc:sldChg>
      <pc:sldChg chg="modSp mod">
        <pc:chgData name="EDZANG MORO Olivier" userId="64861528-dfb4-4162-b2b9-5c19beee94c4" providerId="ADAL" clId="{9BEE7FD1-9C40-4270-BAD2-0DC8AB11DF69}" dt="2025-11-20T08:32:55.310" v="1" actId="1076"/>
        <pc:sldMkLst>
          <pc:docMk/>
          <pc:sldMk cId="1809652086" sldId="282"/>
        </pc:sldMkLst>
        <pc:picChg chg="mod">
          <ac:chgData name="EDZANG MORO Olivier" userId="64861528-dfb4-4162-b2b9-5c19beee94c4" providerId="ADAL" clId="{9BEE7FD1-9C40-4270-BAD2-0DC8AB11DF69}" dt="2025-11-20T08:32:55.310" v="1" actId="1076"/>
          <ac:picMkLst>
            <pc:docMk/>
            <pc:sldMk cId="1809652086" sldId="282"/>
            <ac:picMk id="5" creationId="{BEE634F4-143D-2B7A-C66D-6CCF04EC9B7F}"/>
          </ac:picMkLst>
        </pc:picChg>
        <pc:cxnChg chg="mod">
          <ac:chgData name="EDZANG MORO Olivier" userId="64861528-dfb4-4162-b2b9-5c19beee94c4" providerId="ADAL" clId="{9BEE7FD1-9C40-4270-BAD2-0DC8AB11DF69}" dt="2025-11-20T08:32:55.310" v="1" actId="1076"/>
          <ac:cxnSpMkLst>
            <pc:docMk/>
            <pc:sldMk cId="1809652086" sldId="282"/>
            <ac:cxnSpMk id="12" creationId="{727E201A-50F3-A927-B0D8-1068E85B3E8E}"/>
          </ac:cxnSpMkLst>
        </pc:cxnChg>
      </pc:sldChg>
    </pc:docChg>
  </pc:docChgLst>
  <pc:docChgLst>
    <pc:chgData name="MADONA Georges" userId="63c1479d-7f70-4be1-ab19-f8f3b83968c9" providerId="ADAL" clId="{1180AC20-04BB-4017-AA95-9EF831E577BC}"/>
    <pc:docChg chg="addSld delSld modSld delMainMaster">
      <pc:chgData name="MADONA Georges" userId="63c1479d-7f70-4be1-ab19-f8f3b83968c9" providerId="ADAL" clId="{1180AC20-04BB-4017-AA95-9EF831E577BC}" dt="2025-11-19T22:56:08.031" v="16"/>
      <pc:docMkLst>
        <pc:docMk/>
      </pc:docMkLst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0" sldId="256"/>
        </pc:sldMkLst>
      </pc:sldChg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0" sldId="259"/>
        </pc:sldMkLst>
      </pc:sldChg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0" sldId="261"/>
        </pc:sldMkLst>
      </pc:sldChg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0" sldId="262"/>
        </pc:sldMkLst>
      </pc:sldChg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0" sldId="263"/>
        </pc:sldMkLst>
      </pc:sldChg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0" sldId="275"/>
        </pc:sldMkLst>
      </pc:sldChg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3229937918" sldId="276"/>
        </pc:sldMkLst>
      </pc:sldChg>
      <pc:sldChg chg="add del">
        <pc:chgData name="MADONA Georges" userId="63c1479d-7f70-4be1-ab19-f8f3b83968c9" providerId="ADAL" clId="{1180AC20-04BB-4017-AA95-9EF831E577BC}" dt="2025-11-19T22:56:08.031" v="16"/>
        <pc:sldMkLst>
          <pc:docMk/>
          <pc:sldMk cId="1184347880" sldId="280"/>
        </pc:sldMkLst>
      </pc:sldChg>
      <pc:sldChg chg="add">
        <pc:chgData name="MADONA Georges" userId="63c1479d-7f70-4be1-ab19-f8f3b83968c9" providerId="ADAL" clId="{1180AC20-04BB-4017-AA95-9EF831E577BC}" dt="2025-11-19T22:56:08.031" v="16"/>
        <pc:sldMkLst>
          <pc:docMk/>
          <pc:sldMk cId="2786704760" sldId="281"/>
        </pc:sldMkLst>
      </pc:sldChg>
      <pc:sldChg chg="add">
        <pc:chgData name="MADONA Georges" userId="63c1479d-7f70-4be1-ab19-f8f3b83968c9" providerId="ADAL" clId="{1180AC20-04BB-4017-AA95-9EF831E577BC}" dt="2025-11-19T22:56:08.031" v="16"/>
        <pc:sldMkLst>
          <pc:docMk/>
          <pc:sldMk cId="1809652086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79280" y="1197000"/>
            <a:ext cx="1019880" cy="5254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1019880" cy="52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497520" cy="5254920"/>
          </a:xfrm>
          <a:prstGeom prst="rect">
            <a:avLst/>
          </a:prstGeom>
        </p:spPr>
        <p:txBody>
          <a:bodyPr lIns="0" tIns="0" rIns="0" bIns="0">
            <a:normAutofit fontScale="55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702000" y="1197000"/>
            <a:ext cx="497520" cy="5254920"/>
          </a:xfrm>
          <a:prstGeom prst="rect">
            <a:avLst/>
          </a:prstGeom>
        </p:spPr>
        <p:txBody>
          <a:bodyPr lIns="0" tIns="0" rIns="0" bIns="0">
            <a:normAutofit fontScale="55000"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1187640" y="207000"/>
            <a:ext cx="7137720" cy="2898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702000" y="1197000"/>
            <a:ext cx="497520" cy="5254920"/>
          </a:xfrm>
          <a:prstGeom prst="rect">
            <a:avLst/>
          </a:prstGeom>
        </p:spPr>
        <p:txBody>
          <a:bodyPr lIns="0" tIns="0" rIns="0" bIns="0">
            <a:normAutofit fontScale="55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179280" y="394164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497520" cy="5254920"/>
          </a:xfrm>
          <a:prstGeom prst="rect">
            <a:avLst/>
          </a:prstGeom>
        </p:spPr>
        <p:txBody>
          <a:bodyPr lIns="0" tIns="0" rIns="0" bIns="0">
            <a:normAutofit fontScale="55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702000" y="119700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702000" y="394164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702000" y="119700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179280" y="3941640"/>
            <a:ext cx="1019880" cy="2506320"/>
          </a:xfrm>
          <a:prstGeom prst="rect">
            <a:avLst/>
          </a:prstGeom>
        </p:spPr>
        <p:txBody>
          <a:bodyPr lIns="0" tIns="0" rIns="0" bIns="0">
            <a:normAutofit fontScale="69000"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1019880" cy="2506320"/>
          </a:xfrm>
          <a:prstGeom prst="rect">
            <a:avLst/>
          </a:prstGeom>
        </p:spPr>
        <p:txBody>
          <a:bodyPr lIns="0" tIns="0" rIns="0" bIns="0">
            <a:normAutofit fontScale="69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179280" y="3941640"/>
            <a:ext cx="1019880" cy="2506320"/>
          </a:xfrm>
          <a:prstGeom prst="rect">
            <a:avLst/>
          </a:prstGeom>
        </p:spPr>
        <p:txBody>
          <a:bodyPr lIns="0" tIns="0" rIns="0" bIns="0">
            <a:normAutofit fontScale="69000"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702000" y="119700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179280" y="394164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702000" y="3941640"/>
            <a:ext cx="4975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5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A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179280" y="1197000"/>
            <a:ext cx="3283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524520" y="1197000"/>
            <a:ext cx="3283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869400" y="1197000"/>
            <a:ext cx="3283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179280" y="3941640"/>
            <a:ext cx="3283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body"/>
          </p:nvPr>
        </p:nvSpPr>
        <p:spPr>
          <a:xfrm>
            <a:off x="524520" y="3941640"/>
            <a:ext cx="3283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body"/>
          </p:nvPr>
        </p:nvSpPr>
        <p:spPr>
          <a:xfrm>
            <a:off x="869400" y="3941640"/>
            <a:ext cx="328320" cy="2506320"/>
          </a:xfrm>
          <a:prstGeom prst="rect">
            <a:avLst/>
          </a:prstGeom>
        </p:spPr>
        <p:txBody>
          <a:bodyPr lIns="0" tIns="0" rIns="0" bIns="0">
            <a:normAutofit fontScale="18000"/>
          </a:bodyPr>
          <a:lstStyle/>
          <a:p>
            <a:endParaRPr lang="en-Z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6541920"/>
            <a:ext cx="9142560" cy="3146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fr-FR"/>
          </a:p>
        </p:txBody>
      </p:sp>
      <p:pic>
        <p:nvPicPr>
          <p:cNvPr id="84" name="Image 1"/>
          <p:cNvPicPr/>
          <p:nvPr/>
        </p:nvPicPr>
        <p:blipFill>
          <a:blip r:embed="rId14"/>
          <a:stretch/>
        </p:blipFill>
        <p:spPr>
          <a:xfrm>
            <a:off x="35280" y="44640"/>
            <a:ext cx="1029600" cy="286560"/>
          </a:xfrm>
          <a:prstGeom prst="rect">
            <a:avLst/>
          </a:prstGeom>
          <a:ln>
            <a:noFill/>
          </a:ln>
        </p:spPr>
      </p:pic>
      <p:sp>
        <p:nvSpPr>
          <p:cNvPr id="85" name="CustomShape 2"/>
          <p:cNvSpPr/>
          <p:nvPr/>
        </p:nvSpPr>
        <p:spPr>
          <a:xfrm flipH="1">
            <a:off x="-1440" y="779040"/>
            <a:ext cx="9142560" cy="73440"/>
          </a:xfrm>
          <a:prstGeom prst="rect">
            <a:avLst/>
          </a:prstGeom>
          <a:gradFill rotWithShape="0">
            <a:gsLst>
              <a:gs pos="0">
                <a:srgbClr val="962051"/>
              </a:gs>
              <a:gs pos="100000">
                <a:srgbClr val="E84926"/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fr-FR"/>
          </a:p>
        </p:txBody>
      </p:sp>
      <p:sp>
        <p:nvSpPr>
          <p:cNvPr id="86" name="PlaceHolder 3"/>
          <p:cNvSpPr>
            <a:spLocks noGrp="1"/>
          </p:cNvSpPr>
          <p:nvPr>
            <p:ph type="title"/>
          </p:nvPr>
        </p:nvSpPr>
        <p:spPr>
          <a:xfrm>
            <a:off x="1187640" y="207000"/>
            <a:ext cx="7137720" cy="62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ZA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179280" y="1197000"/>
            <a:ext cx="1019880" cy="5254920"/>
          </a:xfrm>
          <a:prstGeom prst="rect">
            <a:avLst/>
          </a:prstGeom>
        </p:spPr>
        <p:txBody>
          <a:bodyPr lIns="0" tIns="0" rIns="0" bIns="0">
            <a:normAutofit fontScale="6000"/>
          </a:bodyPr>
          <a:lstStyle/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latin typeface="Arial"/>
              </a:rPr>
              <a:t>Second Outline Level</a:t>
            </a:r>
          </a:p>
          <a:p>
            <a:pPr marL="1296000" lvl="2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Third Outline Level</a:t>
            </a:r>
          </a:p>
          <a:p>
            <a:pPr marL="1728000" lvl="3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latin typeface="Arial"/>
              </a:rPr>
              <a:t>Fourth Outline Level</a:t>
            </a:r>
          </a:p>
          <a:p>
            <a:pPr marL="2160000" lvl="4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Fifth Outline Level</a:t>
            </a:r>
          </a:p>
          <a:p>
            <a:pPr marL="2592000" lvl="5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Sixth Outline Level</a:t>
            </a:r>
          </a:p>
          <a:p>
            <a:pPr marL="3024000" lvl="6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1251000" y="1197000"/>
            <a:ext cx="1019880" cy="5254920"/>
          </a:xfrm>
          <a:prstGeom prst="rect">
            <a:avLst/>
          </a:prstGeom>
        </p:spPr>
        <p:txBody>
          <a:bodyPr lIns="0" tIns="0" rIns="0" bIns="0">
            <a:normAutofit fontScale="6000"/>
          </a:bodyPr>
          <a:lstStyle/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latin typeface="Arial"/>
              </a:rPr>
              <a:t>Second Outline Level</a:t>
            </a:r>
          </a:p>
          <a:p>
            <a:pPr marL="1296000" lvl="2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Third Outline Level</a:t>
            </a:r>
          </a:p>
          <a:p>
            <a:pPr marL="1728000" lvl="3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latin typeface="Arial"/>
              </a:rPr>
              <a:t>Fourth Outline Level</a:t>
            </a:r>
          </a:p>
          <a:p>
            <a:pPr marL="2160000" lvl="4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Fifth Outline Level</a:t>
            </a:r>
          </a:p>
          <a:p>
            <a:pPr marL="2592000" lvl="5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Sixth Outline Level</a:t>
            </a:r>
          </a:p>
          <a:p>
            <a:pPr marL="3024000" lvl="6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683640" y="1124640"/>
            <a:ext cx="8063640" cy="614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ZA" sz="4000" b="1" strike="noStrike" spc="-1">
                <a:solidFill>
                  <a:srgbClr val="C00000"/>
                </a:solidFill>
                <a:latin typeface="Arial"/>
                <a:ea typeface="DejaVu Sans"/>
              </a:rPr>
              <a:t>PFE </a:t>
            </a:r>
            <a:r>
              <a:rPr lang="en-ZA" sz="4000" b="1" spc="-1">
                <a:solidFill>
                  <a:srgbClr val="C00000"/>
                </a:solidFill>
                <a:latin typeface="Arial"/>
                <a:ea typeface="DejaVu Sans"/>
              </a:rPr>
              <a:t>EOC</a:t>
            </a:r>
            <a:endParaRPr lang="en-ZA" sz="4000" b="1" strike="noStrike" spc="-1">
              <a:solidFill>
                <a:srgbClr val="C00000"/>
              </a:solidFill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7596360" y="5949360"/>
            <a:ext cx="1402200" cy="4266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79"/>
              </a:spcBef>
            </a:pPr>
            <a:endParaRPr lang="en-ZA" sz="2400" b="1" strike="noStrike" spc="-1">
              <a:solidFill>
                <a:srgbClr val="333399"/>
              </a:solidFill>
              <a:latin typeface="Arial"/>
            </a:endParaRPr>
          </a:p>
        </p:txBody>
      </p:sp>
      <p:sp>
        <p:nvSpPr>
          <p:cNvPr id="127" name="CustomShape 3"/>
          <p:cNvSpPr/>
          <p:nvPr/>
        </p:nvSpPr>
        <p:spPr>
          <a:xfrm>
            <a:off x="0" y="5639040"/>
            <a:ext cx="380844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ZA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ZA" sz="1400" b="0" u="sng" strike="noStrike" spc="-1">
              <a:latin typeface="Arial"/>
            </a:endParaRPr>
          </a:p>
        </p:txBody>
      </p:sp>
      <p:sp>
        <p:nvSpPr>
          <p:cNvPr id="128" name="CustomShape 4"/>
          <p:cNvSpPr/>
          <p:nvPr/>
        </p:nvSpPr>
        <p:spPr>
          <a:xfrm>
            <a:off x="0" y="2118240"/>
            <a:ext cx="9142920" cy="425993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ZA" sz="3600" b="1" strike="noStrike" spc="-1" dirty="0">
                <a:solidFill>
                  <a:srgbClr val="333399"/>
                </a:solidFill>
                <a:latin typeface="Arial"/>
                <a:ea typeface="Microsoft YaHei"/>
              </a:rPr>
              <a:t>          </a:t>
            </a:r>
            <a:r>
              <a:rPr lang="en-ZA" sz="3600" b="1" spc="-1" dirty="0">
                <a:solidFill>
                  <a:srgbClr val="333399"/>
                </a:solidFill>
                <a:latin typeface="Arial"/>
                <a:ea typeface="Microsoft YaHei"/>
              </a:rPr>
              <a:t> </a:t>
            </a:r>
            <a:r>
              <a:rPr lang="en-ZA" sz="3600" spc="-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Système de Ventilation Intelligent</a:t>
            </a:r>
            <a:endParaRPr lang="en-ZA" sz="3600" b="1" spc="-1" dirty="0">
              <a:solidFill>
                <a:srgbClr val="000000"/>
              </a:solidFill>
              <a:latin typeface="Bahnschrift SemiBold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ZA" sz="2400" b="1" strike="noStrike" spc="-1">
              <a:solidFill>
                <a:srgbClr val="333399"/>
              </a:solidFill>
              <a:latin typeface="Arial"/>
              <a:ea typeface="Microsoft YaHei"/>
            </a:endParaRPr>
          </a:p>
          <a:p>
            <a:endParaRPr lang="en-ZA" sz="2400" b="1" spc="-1">
              <a:solidFill>
                <a:srgbClr val="333399"/>
              </a:solidFill>
              <a:latin typeface="Arial"/>
              <a:ea typeface="Microsoft YaHei"/>
            </a:endParaRPr>
          </a:p>
          <a:p>
            <a:pPr>
              <a:spcBef>
                <a:spcPts val="479"/>
              </a:spcBef>
            </a:pPr>
            <a:r>
              <a:rPr lang="en-ZA" sz="2400" b="1" u="sng" strike="noStrike" spc="-1" dirty="0" err="1">
                <a:solidFill>
                  <a:srgbClr val="000000"/>
                </a:solidFill>
                <a:uFillTx/>
                <a:latin typeface="Arial"/>
                <a:ea typeface="DejaVu Sans"/>
              </a:rPr>
              <a:t>Réalisée</a:t>
            </a:r>
            <a:r>
              <a:rPr lang="en-ZA" sz="2400" b="1" u="sng" strike="noStrike" spc="-1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 par </a:t>
            </a:r>
            <a:r>
              <a:rPr lang="en-ZA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lang="en-ZA" sz="2000" spc="-1" dirty="0">
              <a:solidFill>
                <a:srgbClr val="000000"/>
              </a:solidFill>
              <a:latin typeface="Times New Roman"/>
              <a:ea typeface="DejaVu Sans"/>
              <a:cs typeface="Times New Roman"/>
            </a:endParaRPr>
          </a:p>
          <a:p>
            <a:pPr>
              <a:spcBef>
                <a:spcPts val="479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/>
                <a:ea typeface="DejaVu Sans"/>
                <a:cs typeface="Times New Roman"/>
              </a:rPr>
              <a:t>AGOSSA   KEWEN </a:t>
            </a:r>
            <a:endParaRPr lang="en-ZA" sz="2000" spc="-1" dirty="0">
              <a:solidFill>
                <a:srgbClr val="000000"/>
              </a:solidFill>
              <a:latin typeface="Times New Roman"/>
              <a:ea typeface="DejaVu Sans"/>
              <a:cs typeface="Times New Roman"/>
            </a:endParaRPr>
          </a:p>
          <a:p>
            <a:r>
              <a:rPr lang="en-US" sz="2000" spc="-1" dirty="0">
                <a:solidFill>
                  <a:srgbClr val="000000"/>
                </a:solidFill>
                <a:latin typeface="Times New Roman"/>
                <a:ea typeface="DejaVu Sans"/>
                <a:cs typeface="Times New Roman"/>
              </a:rPr>
              <a:t>EDZANG MORO OLIVIER</a:t>
            </a:r>
            <a:endParaRPr lang="en-ZA" sz="2000" spc="-1" dirty="0">
              <a:solidFill>
                <a:srgbClr val="000000"/>
              </a:solidFill>
              <a:latin typeface="Times New Roman"/>
              <a:ea typeface="DejaVu Sans"/>
              <a:cs typeface="Times New Roman"/>
            </a:endParaRPr>
          </a:p>
          <a:p>
            <a:r>
              <a:rPr lang="en-US" sz="2000" spc="-1" dirty="0">
                <a:solidFill>
                  <a:srgbClr val="000000"/>
                </a:solidFill>
                <a:latin typeface="Times New Roman"/>
                <a:ea typeface="DejaVu Sans"/>
                <a:cs typeface="Times New Roman"/>
              </a:rPr>
              <a:t>MADONA GEORGES</a:t>
            </a:r>
            <a:endParaRPr lang="en-ZA" sz="2000" spc="-1" dirty="0">
              <a:solidFill>
                <a:srgbClr val="000000"/>
              </a:solidFill>
              <a:latin typeface="Times New Roman"/>
              <a:ea typeface="DejaVu Sans"/>
              <a:cs typeface="Times New Roman"/>
            </a:endParaRPr>
          </a:p>
          <a:p>
            <a:r>
              <a:rPr lang="en-US" sz="2000" spc="-1" dirty="0">
                <a:solidFill>
                  <a:srgbClr val="000000"/>
                </a:solidFill>
                <a:latin typeface="Times New Roman"/>
                <a:ea typeface="DejaVu Sans"/>
                <a:cs typeface="Times New Roman"/>
              </a:rPr>
              <a:t>TCHAPTCHET WOLGANE</a:t>
            </a:r>
            <a:endParaRPr lang="en-ZA" sz="2000" spc="-1" dirty="0">
              <a:solidFill>
                <a:srgbClr val="000000"/>
              </a:solidFill>
              <a:latin typeface="Times New Roman"/>
              <a:ea typeface="DejaVu Sans"/>
              <a:cs typeface="Times New Roman"/>
            </a:endParaRPr>
          </a:p>
          <a:p>
            <a:r>
              <a:rPr lang="en-US" sz="2000" spc="-1" dirty="0">
                <a:solidFill>
                  <a:srgbClr val="000000"/>
                </a:solidFill>
                <a:latin typeface="Times New Roman"/>
                <a:ea typeface="DejaVu Sans"/>
                <a:cs typeface="Times New Roman"/>
              </a:rPr>
              <a:t>SERE OKANA RACHID </a:t>
            </a:r>
            <a:endParaRPr lang="en-ZA" sz="2000" spc="-1" dirty="0">
              <a:solidFill>
                <a:srgbClr val="000000"/>
              </a:solidFill>
              <a:latin typeface="Times New Roman"/>
              <a:ea typeface="DejaVu Sans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ZA" sz="2400" b="1" strike="noStrike" spc="-1">
              <a:latin typeface="Arial"/>
            </a:endParaRPr>
          </a:p>
          <a:p>
            <a:pPr>
              <a:spcBef>
                <a:spcPts val="479"/>
              </a:spcBef>
            </a:pPr>
            <a:r>
              <a:rPr lang="en-ZA" sz="2400" b="1" u="sng" strike="noStrike" spc="-1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Référent</a:t>
            </a:r>
            <a:r>
              <a:rPr lang="en-ZA" sz="2400" b="1" u="sng" strike="noStrike" spc="-1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ZA" sz="2400" b="1" u="sng" strike="noStrike" spc="-1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pédagogique</a:t>
            </a:r>
            <a:r>
              <a:rPr lang="en-ZA" sz="2400" b="1" strike="noStrike" spc="-1" dirty="0">
                <a:solidFill>
                  <a:srgbClr val="000000"/>
                </a:solidFill>
                <a:latin typeface="Arial"/>
                <a:ea typeface="Microsoft YaHei"/>
              </a:rPr>
              <a:t> :</a:t>
            </a:r>
            <a:r>
              <a:rPr lang="en-ZA" sz="2400" b="1" spc="-1" dirty="0">
                <a:solidFill>
                  <a:srgbClr val="000000"/>
                </a:solidFill>
                <a:latin typeface="Arial"/>
                <a:ea typeface="Microsoft YaHei"/>
              </a:rPr>
              <a:t>LATRACH Mohamed</a:t>
            </a:r>
            <a:endParaRPr lang="en-ZA" sz="2400" b="0" strike="noStrike" spc="-1" dirty="0">
              <a:latin typeface="Arial"/>
              <a:ea typeface="Microsoft YaHei"/>
            </a:endParaRPr>
          </a:p>
          <a:p>
            <a:pPr>
              <a:spcBef>
                <a:spcPts val="479"/>
              </a:spcBef>
            </a:pPr>
            <a:r>
              <a:rPr lang="en-ZA" sz="2400" spc="-1" dirty="0">
                <a:latin typeface="Arial"/>
              </a:rPr>
              <a:t>                                                                                                         </a:t>
            </a:r>
            <a:endParaRPr lang="en-ZA" sz="2400" b="0" strike="noStrike" spc="-1" dirty="0">
              <a:latin typeface="Arial"/>
            </a:endParaRPr>
          </a:p>
        </p:txBody>
      </p:sp>
      <p:sp>
        <p:nvSpPr>
          <p:cNvPr id="129" name="CustomShape 5"/>
          <p:cNvSpPr/>
          <p:nvPr/>
        </p:nvSpPr>
        <p:spPr>
          <a:xfrm>
            <a:off x="179280" y="6567480"/>
            <a:ext cx="7920360" cy="358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ZA" sz="1200" b="1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F0F477-3988-C86C-AF8F-A2C77B6D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Contexte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777B00-930A-A515-75F5-BCF48193131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192" y="838412"/>
            <a:ext cx="9126049" cy="5613508"/>
          </a:xfrm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4275E5-0932-7A32-A3B1-F8B618CC3B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37" y="1443529"/>
            <a:ext cx="9126047" cy="5008391"/>
          </a:xfrm>
        </p:spPr>
        <p:txBody>
          <a:bodyPr lIns="0" tIns="0" rIns="0" bIns="0" anchor="t">
            <a:normAutofit/>
          </a:bodyPr>
          <a:lstStyle/>
          <a:p>
            <a:r>
              <a:rPr lang="fr-FR" sz="2200" b="1">
                <a:latin typeface="+mn-lt"/>
              </a:rPr>
              <a:t>Problématique :</a:t>
            </a:r>
            <a:r>
              <a:rPr lang="fr-FR" sz="2200">
                <a:latin typeface="+mn-lt"/>
              </a:rPr>
              <a:t> L’air intérieur peut contenir polluants, particules et CO₂, affectant santé, confort et concentration.</a:t>
            </a:r>
          </a:p>
          <a:p>
            <a:endParaRPr lang="fr-FR" sz="2200">
              <a:latin typeface="+mn-lt"/>
            </a:endParaRPr>
          </a:p>
          <a:p>
            <a:r>
              <a:rPr lang="fr-FR" sz="2200" b="1">
                <a:latin typeface="+mn-lt"/>
              </a:rPr>
              <a:t>Objectif :</a:t>
            </a:r>
            <a:r>
              <a:rPr lang="fr-FR" sz="2200">
                <a:latin typeface="+mn-lt"/>
              </a:rPr>
              <a:t> Concevoir un </a:t>
            </a:r>
            <a:r>
              <a:rPr lang="fr-FR" sz="2200" b="1">
                <a:latin typeface="+mn-lt"/>
              </a:rPr>
              <a:t>système d’aération automatique et intelligent</a:t>
            </a:r>
            <a:r>
              <a:rPr lang="fr-FR" sz="2200">
                <a:latin typeface="+mn-lt"/>
              </a:rPr>
              <a:t>.</a:t>
            </a:r>
          </a:p>
          <a:p>
            <a:endParaRPr lang="fr-FR" sz="2200">
              <a:latin typeface="+mn-lt"/>
            </a:endParaRPr>
          </a:p>
          <a:p>
            <a:r>
              <a:rPr lang="fr-FR" sz="2200" b="1">
                <a:latin typeface="+mn-lt"/>
              </a:rPr>
              <a:t>Fonction principale :</a:t>
            </a:r>
            <a:r>
              <a:rPr lang="fr-FR" sz="2200">
                <a:latin typeface="+mn-lt"/>
              </a:rPr>
              <a:t> Détecter en temps réel la </a:t>
            </a:r>
            <a:r>
              <a:rPr lang="fr-FR" sz="2200" b="1">
                <a:latin typeface="+mn-lt"/>
              </a:rPr>
              <a:t>dégradation de la qualité de l’air</a:t>
            </a:r>
            <a:r>
              <a:rPr lang="fr-FR" sz="2200">
                <a:latin typeface="+mn-lt"/>
              </a:rPr>
              <a:t>.</a:t>
            </a:r>
          </a:p>
          <a:p>
            <a:endParaRPr lang="fr-FR" sz="2200">
              <a:latin typeface="+mn-lt"/>
            </a:endParaRPr>
          </a:p>
          <a:p>
            <a:r>
              <a:rPr lang="fr-FR" sz="2200" b="1">
                <a:latin typeface="+mn-lt"/>
              </a:rPr>
              <a:t>Action :</a:t>
            </a:r>
            <a:r>
              <a:rPr lang="fr-FR" sz="2200">
                <a:latin typeface="+mn-lt"/>
              </a:rPr>
              <a:t> Renouveler l’air automatiquement </a:t>
            </a:r>
            <a:r>
              <a:rPr lang="fr-FR" sz="2200" b="1">
                <a:latin typeface="+mn-lt"/>
              </a:rPr>
              <a:t>sans intervention humaine</a:t>
            </a:r>
            <a:r>
              <a:rPr lang="fr-FR" sz="2200">
                <a:latin typeface="+mn-lt"/>
              </a:rPr>
              <a:t>.</a:t>
            </a:r>
          </a:p>
          <a:p>
            <a:endParaRPr lang="fr-FR" sz="2200">
              <a:latin typeface="+mn-lt"/>
            </a:endParaRPr>
          </a:p>
          <a:p>
            <a:r>
              <a:rPr lang="fr-FR" sz="2200" b="1">
                <a:latin typeface="+mn-lt"/>
              </a:rPr>
              <a:t>Finalité :</a:t>
            </a:r>
            <a:r>
              <a:rPr lang="fr-FR" sz="2200">
                <a:latin typeface="+mn-lt"/>
              </a:rPr>
              <a:t> Améliorer le bien-être des occupants grâce à une aération réactive et optimisée.</a:t>
            </a:r>
          </a:p>
          <a:p>
            <a:pPr marL="0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34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 descr="Une image contenant Graphique, cercle, Caractère coloré, graphisme&#10;&#10;Description générée automatiquement">
            <a:extLst>
              <a:ext uri="{FF2B5EF4-FFF2-40B4-BE49-F238E27FC236}">
                <a16:creationId xmlns:a16="http://schemas.microsoft.com/office/drawing/2014/main" id="{D0BB91D9-150A-FA18-8406-55BA2F93B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812" y="2996169"/>
            <a:ext cx="1214217" cy="121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Une image contenant Graphique, cercle, symbole, Police&#10;&#10;Description générée automatiquement">
            <a:extLst>
              <a:ext uri="{FF2B5EF4-FFF2-40B4-BE49-F238E27FC236}">
                <a16:creationId xmlns:a16="http://schemas.microsoft.com/office/drawing/2014/main" id="{FBC1650F-EEC9-6792-3F03-A0BFB6C5E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079" y="2837354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Une image contenant Graphique, cercle, clipart, conception&#10;&#10;Description générée automatiquement">
            <a:extLst>
              <a:ext uri="{FF2B5EF4-FFF2-40B4-BE49-F238E27FC236}">
                <a16:creationId xmlns:a16="http://schemas.microsoft.com/office/drawing/2014/main" id="{A5636258-2C1F-5BAF-E1E3-1899E274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062" y="3055097"/>
            <a:ext cx="1363407" cy="136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14">
            <a:extLst>
              <a:ext uri="{FF2B5EF4-FFF2-40B4-BE49-F238E27FC236}">
                <a16:creationId xmlns:a16="http://schemas.microsoft.com/office/drawing/2014/main" id="{B03BC637-7543-4BD0-5FF2-9C204A9D7EBE}"/>
              </a:ext>
            </a:extLst>
          </p:cNvPr>
          <p:cNvSpPr txBox="1"/>
          <p:nvPr/>
        </p:nvSpPr>
        <p:spPr>
          <a:xfrm>
            <a:off x="1300138" y="4542882"/>
            <a:ext cx="1666004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latin typeface="Metropolis"/>
                <a:ea typeface="Microsoft JhengHei"/>
              </a:rPr>
              <a:t>Humidité : 45% ≤ Rh ≤ 55% </a:t>
            </a:r>
            <a:endParaRPr lang="fr-FR"/>
          </a:p>
          <a:p>
            <a:pPr algn="l"/>
            <a:endParaRPr lang="fr-FR">
              <a:ea typeface="Calibri"/>
              <a:cs typeface="Calibri"/>
            </a:endParaRPr>
          </a:p>
        </p:txBody>
      </p:sp>
      <p:sp>
        <p:nvSpPr>
          <p:cNvPr id="7" name="ZoneTexte 15">
            <a:extLst>
              <a:ext uri="{FF2B5EF4-FFF2-40B4-BE49-F238E27FC236}">
                <a16:creationId xmlns:a16="http://schemas.microsoft.com/office/drawing/2014/main" id="{1D35C516-3E0C-197F-9D03-04AD766CB8D0}"/>
              </a:ext>
            </a:extLst>
          </p:cNvPr>
          <p:cNvSpPr txBox="1"/>
          <p:nvPr/>
        </p:nvSpPr>
        <p:spPr>
          <a:xfrm>
            <a:off x="3422006" y="4542882"/>
            <a:ext cx="191160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latin typeface="Metropolis"/>
                <a:ea typeface="Microsoft JhengHei"/>
              </a:rPr>
              <a:t>Taux de CO2 : </a:t>
            </a:r>
            <a:endParaRPr lang="fr-FR">
              <a:latin typeface="Calibri"/>
              <a:ea typeface="Calibri"/>
              <a:cs typeface="Calibri"/>
            </a:endParaRPr>
          </a:p>
          <a:p>
            <a:pPr algn="ctr"/>
            <a:r>
              <a:rPr lang="fr-FR">
                <a:latin typeface="Metropolis"/>
                <a:ea typeface="Microsoft JhengHei"/>
              </a:rPr>
              <a:t>C² ≤ 1000 ppm </a:t>
            </a:r>
            <a:endParaRPr lang="fr-FR">
              <a:latin typeface="Calibri"/>
              <a:ea typeface="Calibri"/>
              <a:cs typeface="Calibri"/>
            </a:endParaRPr>
          </a:p>
          <a:p>
            <a:pPr algn="l"/>
            <a:endParaRPr lang="fr-FR">
              <a:ea typeface="Calibri"/>
              <a:cs typeface="Calibri"/>
            </a:endParaRPr>
          </a:p>
        </p:txBody>
      </p:sp>
      <p:sp>
        <p:nvSpPr>
          <p:cNvPr id="8" name="ZoneTexte 4">
            <a:extLst>
              <a:ext uri="{FF2B5EF4-FFF2-40B4-BE49-F238E27FC236}">
                <a16:creationId xmlns:a16="http://schemas.microsoft.com/office/drawing/2014/main" id="{A6FB0A85-3A76-10F9-D57A-15E2D100C37E}"/>
              </a:ext>
            </a:extLst>
          </p:cNvPr>
          <p:cNvSpPr txBox="1"/>
          <p:nvPr/>
        </p:nvSpPr>
        <p:spPr>
          <a:xfrm>
            <a:off x="5842541" y="4542881"/>
            <a:ext cx="174134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latin typeface="Metropolis"/>
                <a:ea typeface="Microsoft JhengHei"/>
              </a:rPr>
              <a:t>Taux de CO : </a:t>
            </a:r>
            <a:endParaRPr lang="fr-FR">
              <a:latin typeface="Calibri"/>
              <a:ea typeface="Calibri"/>
              <a:cs typeface="Calibri"/>
            </a:endParaRPr>
          </a:p>
          <a:p>
            <a:pPr algn="ctr"/>
            <a:r>
              <a:rPr lang="fr-FR">
                <a:latin typeface="Metropolis"/>
                <a:ea typeface="Microsoft JhengHei"/>
              </a:rPr>
              <a:t>C ≤ 200 ppm </a:t>
            </a:r>
            <a:endParaRPr lang="fr-FR">
              <a:latin typeface="Calibri"/>
              <a:ea typeface="Calibri"/>
              <a:cs typeface="Calibri"/>
            </a:endParaRPr>
          </a:p>
          <a:p>
            <a:pPr algn="l"/>
            <a:endParaRPr lang="fr-FR">
              <a:ea typeface="Calibri"/>
              <a:cs typeface="Calibri"/>
            </a:endParaRPr>
          </a:p>
        </p:txBody>
      </p:sp>
      <p:sp>
        <p:nvSpPr>
          <p:cNvPr id="9" name="ZoneTexte 12">
            <a:extLst>
              <a:ext uri="{FF2B5EF4-FFF2-40B4-BE49-F238E27FC236}">
                <a16:creationId xmlns:a16="http://schemas.microsoft.com/office/drawing/2014/main" id="{A8658615-30A5-0BC9-6041-F5A1721FFF15}"/>
              </a:ext>
            </a:extLst>
          </p:cNvPr>
          <p:cNvSpPr txBox="1"/>
          <p:nvPr/>
        </p:nvSpPr>
        <p:spPr>
          <a:xfrm>
            <a:off x="0" y="2275853"/>
            <a:ext cx="5915175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>
                <a:latin typeface="Metropolis"/>
                <a:ea typeface="Calibri"/>
                <a:cs typeface="Calibri"/>
              </a:rPr>
              <a:t>Une bonne qualité de l'air intérieur est définie 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CF93CA0-A8B5-4909-E6A2-8E182F9BEBF7}"/>
              </a:ext>
            </a:extLst>
          </p:cNvPr>
          <p:cNvSpPr txBox="1"/>
          <p:nvPr/>
        </p:nvSpPr>
        <p:spPr>
          <a:xfrm>
            <a:off x="2240719" y="92181"/>
            <a:ext cx="46037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spc="-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Contraintes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78670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1187640" y="274680"/>
            <a:ext cx="7137720" cy="489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4400" spc="-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Objectif du </a:t>
            </a:r>
            <a:r>
              <a:rPr lang="en-US" sz="4400" spc="-1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projet</a:t>
            </a:r>
            <a:endParaRPr lang="en-ZA" sz="44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8101080" y="6567480"/>
            <a:ext cx="862200" cy="384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endParaRPr lang="en-ZA" sz="1200" b="1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179280" y="1197000"/>
            <a:ext cx="8783640" cy="5254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092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endParaRPr lang="en-ZA" sz="2400" b="0" strike="noStrike" spc="-1">
              <a:latin typeface="Arial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179280" y="6567480"/>
            <a:ext cx="7920360" cy="358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ZA" sz="12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C1A931B-4560-F53D-7874-7B6F055588A4}"/>
              </a:ext>
            </a:extLst>
          </p:cNvPr>
          <p:cNvSpPr txBox="1"/>
          <p:nvPr/>
        </p:nvSpPr>
        <p:spPr>
          <a:xfrm>
            <a:off x="-28754" y="4084967"/>
            <a:ext cx="91727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fr-F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5061552-530C-5BD2-673C-D020FB870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01307"/>
            <a:ext cx="785495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200">
                <a:latin typeface="Arial" panose="020B0604020202020204" pitchFamily="34" charset="0"/>
              </a:rPr>
              <a:t>Facile d’utilisation et d’intégration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22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200">
                <a:latin typeface="Arial" panose="020B0604020202020204" pitchFamily="34" charset="0"/>
              </a:rPr>
              <a:t>Surveiller en temps réel la qualité de l’air intérieur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22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200">
                <a:latin typeface="Arial" panose="020B0604020202020204" pitchFamily="34" charset="0"/>
              </a:rPr>
              <a:t>Ouvrir et fermer automatiquement une fenêtre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22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200">
                <a:latin typeface="Arial" panose="020B0604020202020204" pitchFamily="34" charset="0"/>
              </a:rPr>
              <a:t>Communiquer via </a:t>
            </a:r>
            <a:r>
              <a:rPr lang="fr-FR" altLang="fr-FR" sz="2200" b="1">
                <a:latin typeface="Arial" panose="020B0604020202020204" pitchFamily="34" charset="0"/>
              </a:rPr>
              <a:t>BLE</a:t>
            </a:r>
            <a:r>
              <a:rPr lang="fr-FR" altLang="fr-FR" sz="2200">
                <a:latin typeface="Arial" panose="020B0604020202020204" pitchFamily="34" charset="0"/>
              </a:rPr>
              <a:t> avec une application Android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22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200">
                <a:latin typeface="Arial" panose="020B0604020202020204" pitchFamily="34" charset="0"/>
              </a:rPr>
              <a:t>Fonctionner de manière </a:t>
            </a:r>
            <a:r>
              <a:rPr lang="fr-FR" altLang="fr-FR" sz="2200" b="1">
                <a:latin typeface="Arial" panose="020B0604020202020204" pitchFamily="34" charset="0"/>
              </a:rPr>
              <a:t>autonome</a:t>
            </a:r>
            <a:r>
              <a:rPr lang="fr-FR" altLang="fr-FR" sz="2200">
                <a:latin typeface="Arial" panose="020B0604020202020204" pitchFamily="34" charset="0"/>
              </a:rPr>
              <a:t> et </a:t>
            </a:r>
            <a:r>
              <a:rPr lang="fr-FR" altLang="fr-FR" sz="2200" b="1">
                <a:latin typeface="Arial" panose="020B0604020202020204" pitchFamily="34" charset="0"/>
              </a:rPr>
              <a:t>à faible consommation</a:t>
            </a:r>
            <a:endParaRPr lang="fr-FR" altLang="fr-FR" sz="2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91A878-F82F-627C-AEC4-002AA87B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Solution imaginée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E634F4-143D-2B7A-C66D-6CCF04EC9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2" y="3734172"/>
            <a:ext cx="1155700" cy="1155700"/>
          </a:xfrm>
          <a:prstGeom prst="rect">
            <a:avLst/>
          </a:prstGeom>
        </p:spPr>
      </p:pic>
      <p:pic>
        <p:nvPicPr>
          <p:cNvPr id="6146" name="Picture 2" descr="vérin hydraulique, icône de l'équipement pneumatique 6884161 ...">
            <a:extLst>
              <a:ext uri="{FF2B5EF4-FFF2-40B4-BE49-F238E27FC236}">
                <a16:creationId xmlns:a16="http://schemas.microsoft.com/office/drawing/2014/main" id="{C53CFD8E-A742-9167-8D68-131EAD5C3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7" t="15292" r="24880" b="16431"/>
          <a:stretch>
            <a:fillRect/>
          </a:stretch>
        </p:blipFill>
        <p:spPr bwMode="auto">
          <a:xfrm>
            <a:off x="851090" y="4908549"/>
            <a:ext cx="692150" cy="67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rise de courant - Icônes la technologie gratuites">
            <a:extLst>
              <a:ext uri="{FF2B5EF4-FFF2-40B4-BE49-F238E27FC236}">
                <a16:creationId xmlns:a16="http://schemas.microsoft.com/office/drawing/2014/main" id="{567D7E15-927F-BE7F-F376-48D67D1CC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5280024"/>
            <a:ext cx="473075" cy="47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C6378F84-19A6-43A9-801A-BCF4FC7B1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852" y="2714980"/>
            <a:ext cx="409932" cy="62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Icon de capteur de sécurité, détecteur de mouvement, capteur vectoriel,  symbole, capteur intelligent, panneau d'alarme en noir, remplis et  délimités. | Vecteur Premium">
            <a:extLst>
              <a:ext uri="{FF2B5EF4-FFF2-40B4-BE49-F238E27FC236}">
                <a16:creationId xmlns:a16="http://schemas.microsoft.com/office/drawing/2014/main" id="{1553CCDB-A8D3-42DA-0751-18CE8270B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218" y="1654019"/>
            <a:ext cx="981432" cy="98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365428AC-B6DA-934C-D28F-1022FFE75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412" y="2787805"/>
            <a:ext cx="409932" cy="62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8" name="Picture 24" descr="112 400+ Battery Icon Stock Illustrations, graphiques vectoriels libre de  droits et Clip Art - iStock">
            <a:extLst>
              <a:ext uri="{FF2B5EF4-FFF2-40B4-BE49-F238E27FC236}">
                <a16:creationId xmlns:a16="http://schemas.microsoft.com/office/drawing/2014/main" id="{D659338F-CD0B-E5EA-48F2-BAE2B25EF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t="30986" r="11267" b="30985"/>
          <a:stretch>
            <a:fillRect/>
          </a:stretch>
        </p:blipFill>
        <p:spPr bwMode="auto">
          <a:xfrm>
            <a:off x="5099050" y="1727201"/>
            <a:ext cx="330200" cy="1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70" name="Picture 26" descr="Smartphone - Free electronics icons">
            <a:extLst>
              <a:ext uri="{FF2B5EF4-FFF2-40B4-BE49-F238E27FC236}">
                <a16:creationId xmlns:a16="http://schemas.microsoft.com/office/drawing/2014/main" id="{85A1ED79-4B94-7DE4-5909-694D97857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327" y="3953030"/>
            <a:ext cx="1155700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27E201A-50F3-A927-B0D8-1068E85B3E8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973172" y="2508623"/>
            <a:ext cx="2447568" cy="18033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99C9569-D65D-3E2C-EF9E-BA3ECDEBA619}"/>
              </a:ext>
            </a:extLst>
          </p:cNvPr>
          <p:cNvCxnSpPr>
            <a:cxnSpLocks/>
          </p:cNvCxnSpPr>
          <p:nvPr/>
        </p:nvCxnSpPr>
        <p:spPr>
          <a:xfrm>
            <a:off x="5295900" y="2463800"/>
            <a:ext cx="2209800" cy="1898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Picture 10" descr="Une image contenant Graphique, cercle, Caractère coloré, graphisme&#10;&#10;Description générée automatiquement">
            <a:extLst>
              <a:ext uri="{FF2B5EF4-FFF2-40B4-BE49-F238E27FC236}">
                <a16:creationId xmlns:a16="http://schemas.microsoft.com/office/drawing/2014/main" id="{5C49E493-5FE8-1204-F614-51893559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149" y="2494278"/>
            <a:ext cx="609930" cy="60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934C7335-4B61-B207-2682-85B03AAFADBB}"/>
              </a:ext>
            </a:extLst>
          </p:cNvPr>
          <p:cNvSpPr txBox="1"/>
          <p:nvPr/>
        </p:nvSpPr>
        <p:spPr>
          <a:xfrm>
            <a:off x="4373047" y="1334195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Capteur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A1B93B9-2330-8C51-E6E1-98A78205C78F}"/>
              </a:ext>
            </a:extLst>
          </p:cNvPr>
          <p:cNvSpPr txBox="1"/>
          <p:nvPr/>
        </p:nvSpPr>
        <p:spPr>
          <a:xfrm>
            <a:off x="532538" y="5699809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Actionneur de</a:t>
            </a:r>
          </a:p>
          <a:p>
            <a:pPr algn="ctr"/>
            <a:r>
              <a:rPr lang="fr-FR"/>
              <a:t>la fenêtre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C32C69C-5DE8-0BC7-7229-EDC1824A6C6D}"/>
              </a:ext>
            </a:extLst>
          </p:cNvPr>
          <p:cNvSpPr txBox="1"/>
          <p:nvPr/>
        </p:nvSpPr>
        <p:spPr>
          <a:xfrm>
            <a:off x="7668380" y="5119841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Contrôle à</a:t>
            </a:r>
          </a:p>
          <a:p>
            <a:pPr algn="ctr"/>
            <a:r>
              <a:rPr lang="fr-FR"/>
              <a:t>distance 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10DD6D6C-87AE-D8E9-9972-505D1FD8CEC5}"/>
              </a:ext>
            </a:extLst>
          </p:cNvPr>
          <p:cNvCxnSpPr/>
          <p:nvPr/>
        </p:nvCxnSpPr>
        <p:spPr>
          <a:xfrm flipV="1">
            <a:off x="2291232" y="4352208"/>
            <a:ext cx="4927536" cy="1866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65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1187640" y="274680"/>
            <a:ext cx="7137720" cy="489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endParaRPr lang="en-US" sz="4400"/>
          </a:p>
        </p:txBody>
      </p:sp>
      <p:sp>
        <p:nvSpPr>
          <p:cNvPr id="148" name="CustomShape 2"/>
          <p:cNvSpPr/>
          <p:nvPr/>
        </p:nvSpPr>
        <p:spPr>
          <a:xfrm>
            <a:off x="179280" y="1197000"/>
            <a:ext cx="8783640" cy="5254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431800" indent="-3225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ZA" sz="2400" b="0" strike="noStrike" spc="-1">
              <a:latin typeface="Arial"/>
            </a:endParaRPr>
          </a:p>
        </p:txBody>
      </p:sp>
      <p:sp>
        <p:nvSpPr>
          <p:cNvPr id="149" name="CustomShape 3"/>
          <p:cNvSpPr/>
          <p:nvPr/>
        </p:nvSpPr>
        <p:spPr>
          <a:xfrm>
            <a:off x="8101080" y="6567480"/>
            <a:ext cx="862200" cy="384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endParaRPr lang="en-ZA" sz="1200" b="1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CustomShape 4"/>
          <p:cNvSpPr/>
          <p:nvPr/>
        </p:nvSpPr>
        <p:spPr>
          <a:xfrm>
            <a:off x="179280" y="6567480"/>
            <a:ext cx="7920360" cy="358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ZA" sz="12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800F5B-5566-9B25-F870-5C7F5E8C8872}"/>
              </a:ext>
            </a:extLst>
          </p:cNvPr>
          <p:cNvSpPr txBox="1"/>
          <p:nvPr/>
        </p:nvSpPr>
        <p:spPr>
          <a:xfrm>
            <a:off x="-14377" y="763920"/>
            <a:ext cx="9158377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4400">
              <a:latin typeface="Calibri"/>
              <a:ea typeface="Calibri"/>
              <a:cs typeface="Calibri"/>
            </a:endParaRPr>
          </a:p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03BB645-55AB-3DDD-C69A-E8E739D436B7}"/>
              </a:ext>
            </a:extLst>
          </p:cNvPr>
          <p:cNvSpPr txBox="1"/>
          <p:nvPr/>
        </p:nvSpPr>
        <p:spPr>
          <a:xfrm>
            <a:off x="1813140" y="0"/>
            <a:ext cx="6286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/>
              <a:t>Architecture matérielle</a:t>
            </a:r>
            <a:endParaRPr lang="en-ZA" sz="44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21FE60-34D0-5130-CC0D-AA7B5159D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879480"/>
            <a:ext cx="835914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Capteur BME680</a:t>
            </a:r>
            <a:r>
              <a:rPr kumimoji="0" lang="fr-FR" altLang="fr-FR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(Température, Humidité, IAQ, CO₂ équivalent)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Deux modules nRF52832</a:t>
            </a:r>
            <a:r>
              <a:rPr kumimoji="0" lang="fr-FR" altLang="fr-FR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(Capteur ↔ Actionneur via 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Vérin électrique</a:t>
            </a:r>
            <a:r>
              <a:rPr kumimoji="0" lang="fr-FR" altLang="fr-FR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commandé par un </a:t>
            </a:r>
            <a:r>
              <a:rPr kumimoji="0" lang="fr-FR" altLang="fr-FR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pont en 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Alimentation sur batterie</a:t>
            </a:r>
          </a:p>
        </p:txBody>
      </p:sp>
      <p:pic>
        <p:nvPicPr>
          <p:cNvPr id="6" name="Image 5" descr="Une image contenant Appareils électroniques, Composant de circuit, circuit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27B43EAC-E010-4079-C4C0-AF344BEB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690" y="1317490"/>
            <a:ext cx="2085760" cy="985769"/>
          </a:xfrm>
          <a:prstGeom prst="rect">
            <a:avLst/>
          </a:prstGeom>
        </p:spPr>
      </p:pic>
      <p:pic>
        <p:nvPicPr>
          <p:cNvPr id="8" name="Image 7" descr="Une image contenant texte&#10;&#10;Le contenu généré par l’IA peut être incorrect.">
            <a:extLst>
              <a:ext uri="{FF2B5EF4-FFF2-40B4-BE49-F238E27FC236}">
                <a16:creationId xmlns:a16="http://schemas.microsoft.com/office/drawing/2014/main" id="{1658D3F2-9877-0AEE-A6D6-8D033AF9D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6" b="25538"/>
          <a:stretch>
            <a:fillRect/>
          </a:stretch>
        </p:blipFill>
        <p:spPr>
          <a:xfrm>
            <a:off x="2454490" y="2596832"/>
            <a:ext cx="2501900" cy="1031173"/>
          </a:xfrm>
          <a:prstGeom prst="rect">
            <a:avLst/>
          </a:prstGeom>
        </p:spPr>
      </p:pic>
      <p:pic>
        <p:nvPicPr>
          <p:cNvPr id="12" name="Image 11" descr="Une image contenant outil, conception&#10;&#10;Le contenu généré par l’IA peut être incorrect.">
            <a:extLst>
              <a:ext uri="{FF2B5EF4-FFF2-40B4-BE49-F238E27FC236}">
                <a16:creationId xmlns:a16="http://schemas.microsoft.com/office/drawing/2014/main" id="{711610D0-CEE5-7799-8AD4-B09D56FE6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3" b="24032"/>
          <a:stretch>
            <a:fillRect/>
          </a:stretch>
        </p:blipFill>
        <p:spPr>
          <a:xfrm>
            <a:off x="1264430" y="3921578"/>
            <a:ext cx="2018520" cy="1006147"/>
          </a:xfrm>
          <a:prstGeom prst="rect">
            <a:avLst/>
          </a:prstGeom>
        </p:spPr>
      </p:pic>
      <p:pic>
        <p:nvPicPr>
          <p:cNvPr id="20" name="Image 19" descr="Une image contenant texte, batterie&#10;&#10;Le contenu généré par l’IA peut être incorrect.">
            <a:extLst>
              <a:ext uri="{FF2B5EF4-FFF2-40B4-BE49-F238E27FC236}">
                <a16:creationId xmlns:a16="http://schemas.microsoft.com/office/drawing/2014/main" id="{A67C4925-F6E5-441A-9C35-2F2BC453F7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505" y="5244266"/>
            <a:ext cx="1580935" cy="1292222"/>
          </a:xfrm>
          <a:prstGeom prst="rect">
            <a:avLst/>
          </a:prstGeom>
        </p:spPr>
      </p:pic>
      <p:pic>
        <p:nvPicPr>
          <p:cNvPr id="22" name="Image 21" descr="Une image contenant Composant de circuit, Composant électronique, Composant de circuit passif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FBEAED88-5532-83A1-25FD-C5EEC21A3D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911" y="3870778"/>
            <a:ext cx="1213689" cy="12157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002240" y="279949"/>
            <a:ext cx="7137720" cy="489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ZA" sz="4400" spc="-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4400">
                <a:latin typeface="Calibri"/>
                <a:ea typeface="Calibri"/>
                <a:cs typeface="Calibri"/>
              </a:rPr>
              <a:t>Tests </a:t>
            </a:r>
            <a:r>
              <a:rPr lang="en-US" sz="4400" err="1">
                <a:latin typeface="Calibri"/>
                <a:ea typeface="Calibri"/>
                <a:cs typeface="Calibri"/>
              </a:rPr>
              <a:t>réalisés</a:t>
            </a:r>
            <a:endParaRPr lang="en-US" sz="4400"/>
          </a:p>
        </p:txBody>
      </p:sp>
      <p:sp>
        <p:nvSpPr>
          <p:cNvPr id="153" name="CustomShape 2"/>
          <p:cNvSpPr/>
          <p:nvPr/>
        </p:nvSpPr>
        <p:spPr>
          <a:xfrm>
            <a:off x="179280" y="1197000"/>
            <a:ext cx="8783640" cy="5254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360"/>
              </a:spcBef>
            </a:pPr>
            <a:endParaRPr lang="en-ZA" sz="2400" b="0" strike="noStrike" spc="-1">
              <a:latin typeface="Arial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8101080" y="6567480"/>
            <a:ext cx="862200" cy="384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endParaRPr lang="en-ZA" sz="1200" b="1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79280" y="6567480"/>
            <a:ext cx="7920360" cy="358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ZA" sz="12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49ED3DD-77AE-8BE1-1707-ED6680F4C629}"/>
              </a:ext>
            </a:extLst>
          </p:cNvPr>
          <p:cNvSpPr txBox="1"/>
          <p:nvPr/>
        </p:nvSpPr>
        <p:spPr>
          <a:xfrm>
            <a:off x="0" y="769189"/>
            <a:ext cx="897147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Calibri"/>
              <a:ea typeface="Calibri"/>
              <a:cs typeface="Calibri"/>
            </a:endParaRPr>
          </a:p>
          <a:p>
            <a:pPr algn="ctr"/>
            <a:endParaRPr lang="fr-FR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7982704-E149-102F-DEAF-4369112F7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240" y="1258429"/>
            <a:ext cx="735650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b="1"/>
              <a:t>Lecture du capteur BME680</a:t>
            </a:r>
            <a:endParaRPr kumimoji="0" lang="fr-FR" altLang="fr-F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Réactivité et communication stable sans erreurs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Connexion via I²C (SCL : P0.27, SDA : P0.26)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Lecture correcte des valeurs : température, humidité, IAQ, </a:t>
            </a:r>
            <a:r>
              <a:rPr kumimoji="0" lang="fr-FR" altLang="fr-FR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b="1"/>
              <a:t>Pilotage du vérin (PWM + direction)</a:t>
            </a:r>
            <a:endParaRPr kumimoji="0" lang="fr-FR" altLang="fr-F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>
                <a:latin typeface="Arial" panose="020B0604020202020204" pitchFamily="34" charset="0"/>
              </a:rPr>
              <a:t>Commande via PWM (P0.24) et direction (P0.22 / P0.23)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>
                <a:latin typeface="Arial" panose="020B0604020202020204" pitchFamily="34" charset="0"/>
              </a:rPr>
              <a:t>Fonctionnement fluide : extension / rétraction sans surchauffe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>
                <a:latin typeface="Arial" panose="020B0604020202020204" pitchFamily="34" charset="0"/>
              </a:rPr>
              <a:t>Cycle complet exécuté sans blocages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b="1"/>
              <a:t>Communication BLE</a:t>
            </a:r>
            <a:endParaRPr lang="fr-FR" altLang="fr-FR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>
                <a:latin typeface="Arial" panose="020B0604020202020204" pitchFamily="34" charset="0"/>
              </a:rPr>
              <a:t>Configuration en mode </a:t>
            </a:r>
            <a:r>
              <a:rPr lang="fr-FR" altLang="fr-FR" b="1" err="1">
                <a:latin typeface="Arial" panose="020B0604020202020204" pitchFamily="34" charset="0"/>
              </a:rPr>
              <a:t>Peripheral</a:t>
            </a:r>
            <a:r>
              <a:rPr lang="fr-FR" altLang="fr-FR" b="1">
                <a:latin typeface="Arial" panose="020B0604020202020204" pitchFamily="34" charset="0"/>
              </a:rPr>
              <a:t> (capteur)</a:t>
            </a:r>
            <a:r>
              <a:rPr lang="fr-FR" altLang="fr-FR">
                <a:latin typeface="Arial" panose="020B0604020202020204" pitchFamily="34" charset="0"/>
              </a:rPr>
              <a:t> et </a:t>
            </a:r>
            <a:r>
              <a:rPr lang="fr-FR" altLang="fr-FR" b="1">
                <a:latin typeface="Arial" panose="020B0604020202020204" pitchFamily="34" charset="0"/>
              </a:rPr>
              <a:t>Central (actionneur)</a:t>
            </a:r>
            <a:endParaRPr lang="fr-FR" altLang="fr-FR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>
                <a:latin typeface="Arial" panose="020B0604020202020204" pitchFamily="34" charset="0"/>
              </a:rPr>
              <a:t>Connexion automatique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>
                <a:latin typeface="Arial" panose="020B0604020202020204" pitchFamily="34" charset="0"/>
              </a:rPr>
              <a:t>Transmission régulière des mesures toutes les 2–5 secondes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BE7EF-2DF6-229B-1F56-4FCF7877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295" y="139343"/>
            <a:ext cx="5435410" cy="625320"/>
          </a:xfrm>
        </p:spPr>
        <p:txBody>
          <a:bodyPr/>
          <a:lstStyle/>
          <a:p>
            <a:pPr algn="ctr"/>
            <a:r>
              <a:rPr lang="fr-FR"/>
              <a:t>Résultats obtenus</a:t>
            </a:r>
          </a:p>
        </p:txBody>
      </p:sp>
      <p:pic>
        <p:nvPicPr>
          <p:cNvPr id="4" name="Image 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D7A5999-2199-CEBC-69BA-4B536C763D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85" b="14290"/>
          <a:stretch>
            <a:fillRect/>
          </a:stretch>
        </p:blipFill>
        <p:spPr>
          <a:xfrm>
            <a:off x="5730175" y="1051673"/>
            <a:ext cx="3337626" cy="223127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679E8EB-4E86-CA5E-E611-2C6C513BB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937089"/>
            <a:ext cx="444544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Mesures </a:t>
            </a: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fiables et stables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BLE </a:t>
            </a: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sans déconnexion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b="1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Vérin </a:t>
            </a: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réactif et précis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2" descr="vérin hydraulique, icône de l'équipement pneumatique 6884161 ...">
            <a:extLst>
              <a:ext uri="{FF2B5EF4-FFF2-40B4-BE49-F238E27FC236}">
                <a16:creationId xmlns:a16="http://schemas.microsoft.com/office/drawing/2014/main" id="{B5882F6D-C956-32E5-D05B-AF72EC3705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7" t="15292" r="24880" b="16431"/>
          <a:stretch>
            <a:fillRect/>
          </a:stretch>
        </p:blipFill>
        <p:spPr bwMode="auto">
          <a:xfrm>
            <a:off x="5638990" y="3524249"/>
            <a:ext cx="692150" cy="67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62E2D525-D295-F699-4562-A81E6FAD0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618" y="3535705"/>
            <a:ext cx="271461" cy="41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0" descr="Icon de capteur de sécurité, détecteur de mouvement, capteur vectoriel,  symbole, capteur intelligent, panneau d'alarme en noir, remplis et  délimités. | Vecteur Premium">
            <a:extLst>
              <a:ext uri="{FF2B5EF4-FFF2-40B4-BE49-F238E27FC236}">
                <a16:creationId xmlns:a16="http://schemas.microsoft.com/office/drawing/2014/main" id="{73123F36-E726-2FD5-7686-6E5011E11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118" y="3477698"/>
            <a:ext cx="981432" cy="98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1B0A9FC-4E0C-1197-CF47-DB4CFC6FA9BE}"/>
              </a:ext>
            </a:extLst>
          </p:cNvPr>
          <p:cNvCxnSpPr>
            <a:cxnSpLocks/>
          </p:cNvCxnSpPr>
          <p:nvPr/>
        </p:nvCxnSpPr>
        <p:spPr>
          <a:xfrm>
            <a:off x="6140450" y="3968414"/>
            <a:ext cx="1625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6" descr="Smartphone - Free electronics icons">
            <a:extLst>
              <a:ext uri="{FF2B5EF4-FFF2-40B4-BE49-F238E27FC236}">
                <a16:creationId xmlns:a16="http://schemas.microsoft.com/office/drawing/2014/main" id="{14D012FF-F39E-5E97-0878-47121BB9D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050" y="4903295"/>
            <a:ext cx="825594" cy="82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vérin hydraulique, icône de l'équipement pneumatique 6884161 ...">
            <a:extLst>
              <a:ext uri="{FF2B5EF4-FFF2-40B4-BE49-F238E27FC236}">
                <a16:creationId xmlns:a16="http://schemas.microsoft.com/office/drawing/2014/main" id="{7D27221A-E0D0-A0B1-4B09-4B25F37AE8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7" t="15292" r="24880" b="16431"/>
          <a:stretch>
            <a:fillRect/>
          </a:stretch>
        </p:blipFill>
        <p:spPr bwMode="auto">
          <a:xfrm>
            <a:off x="5537390" y="4889164"/>
            <a:ext cx="692150" cy="67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1D49D284-64E0-0808-DD68-9D0BBF366F67}"/>
              </a:ext>
            </a:extLst>
          </p:cNvPr>
          <p:cNvCxnSpPr>
            <a:cxnSpLocks/>
          </p:cNvCxnSpPr>
          <p:nvPr/>
        </p:nvCxnSpPr>
        <p:spPr>
          <a:xfrm>
            <a:off x="6194213" y="5296706"/>
            <a:ext cx="1625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12">
            <a:extLst>
              <a:ext uri="{FF2B5EF4-FFF2-40B4-BE49-F238E27FC236}">
                <a16:creationId xmlns:a16="http://schemas.microsoft.com/office/drawing/2014/main" id="{B229411D-E9AA-4183-E7A0-0601DE1D6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519" y="4844189"/>
            <a:ext cx="271461" cy="41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937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187640" y="274680"/>
            <a:ext cx="7137720" cy="489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4400" spc="-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Étapes</a:t>
            </a:r>
            <a:r>
              <a:rPr lang="en-US" sz="4400">
                <a:latin typeface="Calibri"/>
                <a:ea typeface="Calibri"/>
                <a:cs typeface="Calibri"/>
              </a:rPr>
              <a:t> </a:t>
            </a:r>
            <a:r>
              <a:rPr lang="en-US" sz="4400" err="1">
                <a:latin typeface="Calibri"/>
                <a:ea typeface="Calibri"/>
                <a:cs typeface="Calibri"/>
              </a:rPr>
              <a:t>restantes</a:t>
            </a:r>
            <a:endParaRPr lang="en-US" sz="4400"/>
          </a:p>
        </p:txBody>
      </p:sp>
      <p:sp>
        <p:nvSpPr>
          <p:cNvPr id="158" name="CustomShape 2"/>
          <p:cNvSpPr/>
          <p:nvPr/>
        </p:nvSpPr>
        <p:spPr>
          <a:xfrm>
            <a:off x="180180" y="1169787"/>
            <a:ext cx="8783640" cy="5254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360"/>
              </a:spcBef>
            </a:pPr>
            <a:endParaRPr lang="en-ZA" sz="2400" b="0" strike="noStrike" spc="-1">
              <a:latin typeface="Arial"/>
            </a:endParaRPr>
          </a:p>
        </p:txBody>
      </p:sp>
      <p:sp>
        <p:nvSpPr>
          <p:cNvPr id="159" name="CustomShape 3"/>
          <p:cNvSpPr/>
          <p:nvPr/>
        </p:nvSpPr>
        <p:spPr>
          <a:xfrm>
            <a:off x="8101080" y="6567480"/>
            <a:ext cx="862200" cy="384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endParaRPr lang="en-ZA" sz="1200" b="1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CustomShape 4"/>
          <p:cNvSpPr/>
          <p:nvPr/>
        </p:nvSpPr>
        <p:spPr>
          <a:xfrm>
            <a:off x="179280" y="6567480"/>
            <a:ext cx="7920360" cy="358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ZA" sz="12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5022594-0A54-BA63-5A75-4CABEE921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64" y="1520785"/>
            <a:ext cx="808631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Arial"/>
              </a:rPr>
              <a:t>Finaliser la communication Capteur ↔ Actionneur</a:t>
            </a:r>
            <a:r>
              <a:rPr lang="fr-FR" altLang="fr-FR" sz="2200" dirty="0">
                <a:latin typeface="Arial"/>
              </a:rPr>
              <a:t> ↔téléphone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/>
              </a:rPr>
              <a:t>Finaliser le routage et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Arial"/>
              </a:rPr>
              <a:t> la validation du PCB</a:t>
            </a:r>
            <a:endParaRPr lang="fr-FR" altLang="fr-FR" sz="2200" b="0" i="0" u="none" strike="noStrike" cap="none" normalizeH="0" baseline="0" dirty="0">
              <a:ln>
                <a:noFill/>
              </a:ln>
              <a:effectLst/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Arial"/>
              </a:rPr>
              <a:t>Finaliser l’application Android</a:t>
            </a:r>
            <a:endParaRPr lang="fr-FR" altLang="fr-FR" sz="2200" b="0" i="0" u="none" strike="noStrike" cap="none" normalizeH="0" baseline="0" dirty="0">
              <a:ln>
                <a:noFill/>
              </a:ln>
              <a:effectLst/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220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200" dirty="0">
                <a:latin typeface="Arial"/>
              </a:rPr>
              <a:t>Intégration complète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/>
              </a:rPr>
              <a:t>Faire un bilan énergétique et économique</a:t>
            </a:r>
          </a:p>
          <a:p>
            <a:pPr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2200" dirty="0">
              <a:latin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200" dirty="0">
                <a:latin typeface="Arial"/>
              </a:rPr>
              <a:t>Modélisation 3D sur SolidWorks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1187640" y="274680"/>
            <a:ext cx="7137720" cy="489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ZA" sz="3200" b="1" strike="noStrike" spc="-1">
                <a:solidFill>
                  <a:srgbClr val="999999"/>
                </a:solidFill>
                <a:latin typeface="Arial"/>
                <a:ea typeface="DejaVu Sans"/>
              </a:rPr>
              <a:t>Conclusion</a:t>
            </a:r>
            <a:endParaRPr lang="en-ZA" sz="3200" b="0" strike="noStrike" spc="-1"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171855" y="2601047"/>
            <a:ext cx="8800290" cy="207714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en-ZA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ZA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ZA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ZA" sz="3200" b="1" strike="noStrike" spc="-1">
                <a:solidFill>
                  <a:srgbClr val="C00000"/>
                </a:solidFill>
                <a:latin typeface="Arial"/>
                <a:ea typeface="Microsoft YaHei"/>
              </a:rPr>
              <a:t>MERCI POUR VOTRE ATTENTION</a:t>
            </a:r>
            <a:endParaRPr lang="en-ZA" sz="3200" b="0" strike="noStrike" spc="-1"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179280" y="6567480"/>
            <a:ext cx="7920360" cy="3589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ZA" sz="12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CustomShape 4"/>
          <p:cNvSpPr/>
          <p:nvPr/>
        </p:nvSpPr>
        <p:spPr>
          <a:xfrm>
            <a:off x="4572000" y="2465361"/>
            <a:ext cx="4285800" cy="525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algn="r">
              <a:lnSpc>
                <a:spcPct val="100000"/>
              </a:lnSpc>
            </a:pPr>
            <a:fld id="{E1DE2D1C-9EF3-4C29-B2CF-B6471F82D7D0}" type="slidenum">
              <a:rPr lang="en-ZA" sz="1200" b="1" strike="noStrike" spc="-1">
                <a:solidFill>
                  <a:srgbClr val="FFFFFF"/>
                </a:solidFill>
                <a:latin typeface="Arial"/>
                <a:ea typeface="DejaVu Sans"/>
              </a:rPr>
              <a:t>10</a:t>
            </a:fld>
            <a:endParaRPr lang="en-ZA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Affichage à l'écran (4:3)</PresentationFormat>
  <Slides>10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Office Theme</vt:lpstr>
      <vt:lpstr>Présentation PowerPoint</vt:lpstr>
      <vt:lpstr>Contexte</vt:lpstr>
      <vt:lpstr>Présentation PowerPoint</vt:lpstr>
      <vt:lpstr>Présentation PowerPoint</vt:lpstr>
      <vt:lpstr>Solution imaginée</vt:lpstr>
      <vt:lpstr>Présentation PowerPoint</vt:lpstr>
      <vt:lpstr>Présentation PowerPoint</vt:lpstr>
      <vt:lpstr>Résultats obtenus</vt:lpstr>
      <vt:lpstr>Présentation PowerPoint</vt:lpstr>
      <vt:lpstr>Présentation PowerPoint</vt:lpstr>
    </vt:vector>
  </TitlesOfParts>
  <Company>ESEO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en Arial 32 blanche gras</dc:title>
  <dc:subject/>
  <dc:creator>Saubin</dc:creator>
  <dc:description/>
  <cp:revision>59</cp:revision>
  <cp:lastPrinted>2014-09-22T13:52:27Z</cp:lastPrinted>
  <dcterms:created xsi:type="dcterms:W3CDTF">2006-12-06T07:49:15Z</dcterms:created>
  <dcterms:modified xsi:type="dcterms:W3CDTF">2025-12-18T09:34:08Z</dcterms:modified>
  <dc:language>en-ZA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ESEO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Affichage à l'écran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16</vt:i4>
  </property>
</Properties>
</file>